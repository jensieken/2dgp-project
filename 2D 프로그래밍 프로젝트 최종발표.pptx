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2D</a:t>
            </a:r>
            <a:r>
              <a:rPr lang="ko-KR" altLang="en-US"/>
              <a:t> 프로그래밍 프로젝트 최종발표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87987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개발 진척도</a:t>
            </a:r>
            <a:endParaRPr lang="ko-KR" altLang="en-US"/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 idx="1"/>
          </p:nvPr>
        </p:nvGraphicFramePr>
        <p:xfrm>
          <a:off x="609599" y="1600200"/>
          <a:ext cx="9821053" cy="445403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455263"/>
                <a:gridCol w="2455263"/>
                <a:gridCol w="2455263"/>
                <a:gridCol w="2455263"/>
              </a:tblGrid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내용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목표범위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실제 개발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진척도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맵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3</a:t>
                      </a:r>
                      <a:r>
                        <a:rPr lang="ko-KR" altLang="en-US"/>
                        <a:t>가지 맵 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</a:t>
                      </a:r>
                      <a:r>
                        <a:rPr lang="ko-KR" altLang="en-US"/>
                        <a:t>가지 미완성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20%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캐릭터 컨트롤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부드러운 움직임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대부분 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90%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몹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다양한 몹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 패턴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거의 미구현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10%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사운드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맵별로 알맞는 사운드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미구현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0%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아이템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아이템 수집 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미구현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0%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63629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스킬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다양한 스킬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</a:t>
                      </a:r>
                      <a:r>
                        <a:rPr lang="ko-KR" altLang="en-US"/>
                        <a:t>가지 구현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15%</a:t>
                      </a: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601961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커밋</a:t>
            </a:r>
            <a:endParaRPr lang="ko-KR" altLang="en-US"/>
          </a:p>
        </p:txBody>
      </p:sp>
      <p:graphicFrame>
        <p:nvGraphicFramePr>
          <p:cNvPr id="3" name=""/>
          <p:cNvGraphicFramePr>
            <a:graphicFrameLocks noGrp="1"/>
          </p:cNvGraphicFramePr>
          <p:nvPr>
            <p:ph idx="1"/>
          </p:nvPr>
        </p:nvGraphicFramePr>
        <p:xfrm>
          <a:off x="172385" y="2490241"/>
          <a:ext cx="6397674" cy="4091679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3042689"/>
                <a:gridCol w="3354985"/>
              </a:tblGrid>
              <a:tr h="32399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주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ko-KR" altLang="en-US"/>
                        <a:t>횟수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3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2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86454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3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4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5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6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7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73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8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94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9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370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10</a:t>
                      </a:r>
                      <a:r>
                        <a:rPr lang="ko-KR" altLang="en-US"/>
                        <a:t>주차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lvl="0">
                        <a:defRPr/>
                      </a:pPr>
                      <a:r>
                        <a:rPr lang="en-US" altLang="ko-KR"/>
                        <a:t>43</a:t>
                      </a: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70059" y="2806648"/>
            <a:ext cx="5326446" cy="35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39594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인터뷰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p>
            <a:pPr marL="0" lvl="0" indent="0">
              <a:buNone/>
              <a:defRPr/>
            </a:pPr>
            <a:r>
              <a:rPr lang="en-US" altLang="ko-KR"/>
              <a:t>Q </a:t>
            </a:r>
            <a:r>
              <a:rPr lang="ko-KR" altLang="en-US"/>
              <a:t>플레이해본 소감은 어떠신가요</a:t>
            </a:r>
            <a:r>
              <a:rPr lang="en-US" altLang="ko-KR"/>
              <a:t>?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A </a:t>
            </a:r>
            <a:r>
              <a:rPr lang="ko-KR" altLang="en-US"/>
              <a:t>약간 어렵네요</a:t>
            </a:r>
            <a:r>
              <a:rPr lang="en-US" altLang="ko-KR"/>
              <a:t>.</a:t>
            </a:r>
            <a:r>
              <a:rPr lang="ko-KR" altLang="en-US"/>
              <a:t> 신기해요</a:t>
            </a:r>
            <a:r>
              <a:rPr lang="en-US" altLang="ko-KR"/>
              <a:t>~</a:t>
            </a: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Q</a:t>
            </a:r>
            <a:r>
              <a:rPr lang="ko-KR" altLang="en-US"/>
              <a:t>  평가를 하자면 </a:t>
            </a:r>
            <a:r>
              <a:rPr lang="en-US" altLang="ko-KR"/>
              <a:t>1~10</a:t>
            </a:r>
            <a:r>
              <a:rPr lang="ko-KR" altLang="en-US"/>
              <a:t>점중 게임에 대한 점수는</a:t>
            </a:r>
            <a:r>
              <a:rPr lang="en-US" altLang="ko-KR"/>
              <a:t>?</a:t>
            </a:r>
            <a:r>
              <a:rPr lang="ko-KR" altLang="en-US"/>
              <a:t> 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A</a:t>
            </a:r>
            <a:r>
              <a:rPr lang="ko-KR" altLang="en-US"/>
              <a:t> </a:t>
            </a:r>
            <a:r>
              <a:rPr lang="en-US" altLang="ko-KR"/>
              <a:t>7</a:t>
            </a:r>
            <a:r>
              <a:rPr lang="ko-KR" altLang="en-US"/>
              <a:t>점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5320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</ep:Words>
  <ep:PresentationFormat>화면 슬라이드 쇼(4:3)</ep:PresentationFormat>
  <ep:Paragraphs>10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한컴오피스</vt:lpstr>
      <vt:lpstr>2D 프로그래밍 프로젝트 최종발표</vt:lpstr>
      <vt:lpstr>개발 진척도</vt:lpstr>
      <vt:lpstr>커밋</vt:lpstr>
      <vt:lpstr>인터뷰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2025-12-08T13:22:25.572</dcterms:created>
  <dc:creator>User</dc:creator>
  <cp:lastModifiedBy>User</cp:lastModifiedBy>
  <dcterms:modified xsi:type="dcterms:W3CDTF">2025-12-08T13:41:44.494</dcterms:modified>
  <cp:revision>6</cp:revision>
  <dc:title>2D 프로그래밍 프로젝트 최종발표</dc:title>
  <cp:version>13.0.0.1053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